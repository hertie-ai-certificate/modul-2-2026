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3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9E48-0270-8CE4-066F-5F1EB9AB8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F5FB7-1CE5-7C50-243F-75E31FDF4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C1545-32FB-9544-5534-2718695CA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A3437-AB67-965C-6B10-9E570848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57E7F-0194-913C-183E-57524A51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4314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31CF-C0B2-5599-382E-41FC4037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97AC5-4EAC-6C19-643D-D2673480C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2E552-341E-24AD-B50B-42AF43DF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3F432-89D0-E6CA-2752-E50E1F06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F5EA5-1E53-A608-A6E8-BCE08B10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09974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D69D9-7828-0020-F65F-5694FF504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5C94A-8055-07C5-B99E-7D7B480B4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53F5F-9CC5-77E5-AD58-0D3A4BE41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05C14-E08E-3573-B583-7AD59F1E3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EC484-35D9-97BC-CD59-D31E94DF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9714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926A6-CBDE-A11D-9B65-64EF555B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FD36B-6F03-B188-EBDF-D60429BEC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A0C6F-DB02-2412-B9A5-362E7D9FD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01846-10E3-5CA7-1FFC-1C7265A0D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87553-0064-F773-1031-0193770ED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B3EE9-E09F-81FC-0F71-C2C3A612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2176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8E47-B847-5691-595A-B216B027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559C7-5C01-C728-7010-DBB0B2399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F033D-51EC-C2EC-22DF-730CFA42E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56299-C563-5531-71DA-00BD9E420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7919D7-B9DF-43FD-EBEB-C02C5D14DF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A3287-83B5-6BF7-A315-1D42542E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B62BA8-81AB-77FE-A71B-FA2D3041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9519A6-BF25-5DB6-F8BC-74A85421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0565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BCE1-C403-A8BD-D572-51035770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F57B74-FA9B-6475-765C-360F300B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FE82A-16E6-9802-434C-DFDFCC94C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EB0A5-9EC9-BD26-A7E4-37E207E5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9131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95220-77C9-C923-75F9-2E057D04B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22A76-1227-DCFC-CB27-0E548A04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4C365-826B-1479-9BC7-6D51ECDA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1628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E211-EC8D-41C3-5FA6-0C7E2D81E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53187-6DA8-3354-1A1B-802129890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25054-7C65-4897-D8AA-6A8951B94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447D4-8BF8-8DB2-69F7-C60BFE9C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B56F7-9BE4-03E7-90B8-127A013D2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9728D-6D5E-AE2E-3968-1A8E9A7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1942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DAD5-0A66-87D0-D4CE-CC9FA5E72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12933D-5DAF-344A-5553-5CF622396D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9EEE0-1A7A-E203-B32A-BD6E8BD65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66EBB-5292-BD93-905A-A598BC926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277FA-7EB6-3756-0349-859D6792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6AD22-D3F4-C71C-6A6D-0E3C68391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75569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D6283-6FB1-6AB9-8A21-F174112DF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52CC1-2141-4167-014B-501EB7CBA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1B49D-3C52-871F-4EF4-CDF029AF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B9071-2260-680B-AD4C-8EF1438CA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D6832-A410-AD73-5290-4787DA9E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4114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E70046-A553-58BD-575C-4FFA65EEB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EDBC0-0B84-20D1-49F5-E97FF8DD6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375DF-5C2E-6D9F-58DC-C3327E6D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A0B2B-8178-48BD-DDF8-FE7B940E3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697C1-C5D6-CEDD-A9B6-FA9F9435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674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CDBF67-D387-25F7-7331-8F4CAE594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F8A80-0ADB-D1E4-96D3-2A246078B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21A99-7AC4-3FE3-A5C4-1D80A24DB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49F18-88FA-9643-81FA-04A43E26893D}" type="datetimeFigureOut">
              <a:rPr lang="en-DE" smtClean="0"/>
              <a:t>19.10.26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8158A-2A5B-6659-17A4-B2AB8C691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FC904-CFC0-BA81-B79A-4BAC13148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E68F14-DAD3-934E-911B-E7D9D3FCC7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6233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149C-FFBB-2B6E-25E3-DC52B0F95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334986"/>
          </a:xfrm>
        </p:spPr>
        <p:txBody>
          <a:bodyPr anchor="ctr">
            <a:normAutofit/>
          </a:bodyPr>
          <a:lstStyle/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Bürgerkriegsvorhersage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6917D4-DA77-919E-6D5B-48E0E8F4C6B4}"/>
              </a:ext>
            </a:extLst>
          </p:cNvPr>
          <p:cNvSpPr txBox="1">
            <a:spLocks/>
          </p:cNvSpPr>
          <p:nvPr/>
        </p:nvSpPr>
        <p:spPr>
          <a:xfrm>
            <a:off x="0" y="2334987"/>
            <a:ext cx="12192000" cy="2188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Programmierung/</a:t>
            </a:r>
            <a:b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</a:br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Code-Generierung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17FEA4-FD8C-C713-80A5-E700709D00BA}"/>
              </a:ext>
            </a:extLst>
          </p:cNvPr>
          <p:cNvSpPr txBox="1">
            <a:spLocks/>
          </p:cNvSpPr>
          <p:nvPr/>
        </p:nvSpPr>
        <p:spPr>
          <a:xfrm>
            <a:off x="0" y="4523013"/>
            <a:ext cx="12192000" cy="23349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Autocomplete</a:t>
            </a:r>
          </a:p>
        </p:txBody>
      </p:sp>
    </p:spTree>
    <p:extLst>
      <p:ext uri="{BB962C8B-B14F-4D97-AF65-F5344CB8AC3E}">
        <p14:creationId xmlns:p14="http://schemas.microsoft.com/office/powerpoint/2010/main" val="2264438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FED0F-9A6B-3542-1BA7-8CFFCCE11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C3D4-9D10-44AE-37B6-058F79047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334986"/>
          </a:xfrm>
        </p:spPr>
        <p:txBody>
          <a:bodyPr anchor="ctr">
            <a:normAutofit fontScale="90000"/>
          </a:bodyPr>
          <a:lstStyle/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Moderation von Misinformation auf Social Media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FB8772-EE64-4CAD-FF77-70F855C3239A}"/>
              </a:ext>
            </a:extLst>
          </p:cNvPr>
          <p:cNvSpPr txBox="1">
            <a:spLocks/>
          </p:cNvSpPr>
          <p:nvPr/>
        </p:nvSpPr>
        <p:spPr>
          <a:xfrm>
            <a:off x="0" y="2334987"/>
            <a:ext cx="12192000" cy="2188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Stockfoto-Generierung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9A267D-A596-399B-3778-C08FA9FF97CD}"/>
              </a:ext>
            </a:extLst>
          </p:cNvPr>
          <p:cNvSpPr txBox="1">
            <a:spLocks/>
          </p:cNvSpPr>
          <p:nvPr/>
        </p:nvSpPr>
        <p:spPr>
          <a:xfrm>
            <a:off x="0" y="4523013"/>
            <a:ext cx="12192000" cy="23349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Emotions- und Skillerkennung in Bewerbungsgesprächen</a:t>
            </a:r>
          </a:p>
        </p:txBody>
      </p:sp>
    </p:spTree>
    <p:extLst>
      <p:ext uri="{BB962C8B-B14F-4D97-AF65-F5344CB8AC3E}">
        <p14:creationId xmlns:p14="http://schemas.microsoft.com/office/powerpoint/2010/main" val="2475593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7C2C-2B79-035C-1FE3-9D1576923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8905-B085-171F-4D9D-76795910E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334986"/>
          </a:xfrm>
        </p:spPr>
        <p:txBody>
          <a:bodyPr anchor="ctr">
            <a:normAutofit/>
          </a:bodyPr>
          <a:lstStyle/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Betrugserkennung</a:t>
            </a:r>
            <a:b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</a:br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in Tests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C869E7-D130-6829-8849-59E01BE9C977}"/>
              </a:ext>
            </a:extLst>
          </p:cNvPr>
          <p:cNvSpPr txBox="1">
            <a:spLocks/>
          </p:cNvSpPr>
          <p:nvPr/>
        </p:nvSpPr>
        <p:spPr>
          <a:xfrm>
            <a:off x="0" y="2334987"/>
            <a:ext cx="12192000" cy="2188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Kriminalitätsrisiko-vorhersage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D7604C-BA1C-04E9-9D35-735A1252D4E2}"/>
              </a:ext>
            </a:extLst>
          </p:cNvPr>
          <p:cNvSpPr txBox="1">
            <a:spLocks/>
          </p:cNvSpPr>
          <p:nvPr/>
        </p:nvSpPr>
        <p:spPr>
          <a:xfrm>
            <a:off x="0" y="4523013"/>
            <a:ext cx="12192000" cy="23349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Gesichtserkennung</a:t>
            </a:r>
          </a:p>
        </p:txBody>
      </p:sp>
    </p:spTree>
    <p:extLst>
      <p:ext uri="{BB962C8B-B14F-4D97-AF65-F5344CB8AC3E}">
        <p14:creationId xmlns:p14="http://schemas.microsoft.com/office/powerpoint/2010/main" val="2275202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49ECF-3809-3D7E-D92A-5646744ED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5BF1-75C7-0A09-76F8-5BF1EB96B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334986"/>
          </a:xfrm>
        </p:spPr>
        <p:txBody>
          <a:bodyPr anchor="ctr">
            <a:normAutofit/>
          </a:bodyPr>
          <a:lstStyle/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Wettervorhersage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F580EA-2479-9B1A-364C-E0798EFA76D4}"/>
              </a:ext>
            </a:extLst>
          </p:cNvPr>
          <p:cNvSpPr txBox="1">
            <a:spLocks/>
          </p:cNvSpPr>
          <p:nvPr/>
        </p:nvSpPr>
        <p:spPr>
          <a:xfrm>
            <a:off x="0" y="2334987"/>
            <a:ext cx="12192000" cy="2188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Krankheitsrisiko-</a:t>
            </a:r>
            <a:b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</a:br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vorhersage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D010D4-7F17-F3C7-B48C-832C31998A3E}"/>
              </a:ext>
            </a:extLst>
          </p:cNvPr>
          <p:cNvSpPr txBox="1">
            <a:spLocks/>
          </p:cNvSpPr>
          <p:nvPr/>
        </p:nvSpPr>
        <p:spPr>
          <a:xfrm>
            <a:off x="0" y="4523013"/>
            <a:ext cx="12192000" cy="23349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Erkennung sexuell</a:t>
            </a:r>
            <a:b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</a:br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expliziter Inhalte</a:t>
            </a:r>
          </a:p>
        </p:txBody>
      </p:sp>
    </p:spTree>
    <p:extLst>
      <p:ext uri="{BB962C8B-B14F-4D97-AF65-F5344CB8AC3E}">
        <p14:creationId xmlns:p14="http://schemas.microsoft.com/office/powerpoint/2010/main" val="191409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1E4CD-D61D-5DB6-B316-82A50A6F7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F82E-3C44-8D73-2CCA-B4C94EACE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334986"/>
          </a:xfrm>
        </p:spPr>
        <p:txBody>
          <a:bodyPr anchor="ctr">
            <a:normAutofit/>
          </a:bodyPr>
          <a:lstStyle/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Plagiatserkennung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61ED18-DAA0-7A76-88EE-3D3D77718F06}"/>
              </a:ext>
            </a:extLst>
          </p:cNvPr>
          <p:cNvSpPr txBox="1">
            <a:spLocks/>
          </p:cNvSpPr>
          <p:nvPr/>
        </p:nvSpPr>
        <p:spPr>
          <a:xfrm>
            <a:off x="0" y="2334987"/>
            <a:ext cx="12192000" cy="2188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Socia—Media-basierte</a:t>
            </a:r>
            <a:b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</a:br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Messung öffentlicher Meinung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01A1F5-E6BB-221D-26C1-6E9A0A495A0C}"/>
              </a:ext>
            </a:extLst>
          </p:cNvPr>
          <p:cNvSpPr txBox="1">
            <a:spLocks/>
          </p:cNvSpPr>
          <p:nvPr/>
        </p:nvSpPr>
        <p:spPr>
          <a:xfrm>
            <a:off x="0" y="4523013"/>
            <a:ext cx="12192000" cy="23349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Automatisierte</a:t>
            </a:r>
            <a:b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</a:br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medizinische Diagnostik</a:t>
            </a:r>
          </a:p>
        </p:txBody>
      </p:sp>
    </p:spTree>
    <p:extLst>
      <p:ext uri="{BB962C8B-B14F-4D97-AF65-F5344CB8AC3E}">
        <p14:creationId xmlns:p14="http://schemas.microsoft.com/office/powerpoint/2010/main" val="659595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79678-7705-283F-67AB-1A7E7B22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F9C1-8F23-33C3-158A-0C5CDCE1A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334986"/>
          </a:xfrm>
        </p:spPr>
        <p:txBody>
          <a:bodyPr anchor="ctr">
            <a:normAutofit/>
          </a:bodyPr>
          <a:lstStyle/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Social-Media-Algorithmen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A9D4CB2-6BE2-7984-6EF7-CCE9161EBC34}"/>
              </a:ext>
            </a:extLst>
          </p:cNvPr>
          <p:cNvSpPr txBox="1">
            <a:spLocks/>
          </p:cNvSpPr>
          <p:nvPr/>
        </p:nvSpPr>
        <p:spPr>
          <a:xfrm>
            <a:off x="0" y="2334987"/>
            <a:ext cx="12192000" cy="2188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Autonomes Fahren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D3BF51-2952-3E48-73FC-237D04C07023}"/>
              </a:ext>
            </a:extLst>
          </p:cNvPr>
          <p:cNvSpPr txBox="1">
            <a:spLocks/>
          </p:cNvSpPr>
          <p:nvPr/>
        </p:nvSpPr>
        <p:spPr>
          <a:xfrm>
            <a:off x="0" y="4523013"/>
            <a:ext cx="12192000" cy="23349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Texterkennung (OCR)</a:t>
            </a:r>
          </a:p>
        </p:txBody>
      </p:sp>
    </p:spTree>
    <p:extLst>
      <p:ext uri="{BB962C8B-B14F-4D97-AF65-F5344CB8AC3E}">
        <p14:creationId xmlns:p14="http://schemas.microsoft.com/office/powerpoint/2010/main" val="3686142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B246C-DB46-5329-3C00-79795C81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EB35D-D5A6-7668-B069-D006EBCFC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334986"/>
          </a:xfrm>
        </p:spPr>
        <p:txBody>
          <a:bodyPr anchor="ctr">
            <a:normAutofit/>
          </a:bodyPr>
          <a:lstStyle/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Textklassifikation nach Thema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2F6E8A-81C1-9604-BFEE-1FF2F1CC22E8}"/>
              </a:ext>
            </a:extLst>
          </p:cNvPr>
          <p:cNvSpPr txBox="1">
            <a:spLocks/>
          </p:cNvSpPr>
          <p:nvPr/>
        </p:nvSpPr>
        <p:spPr>
          <a:xfrm>
            <a:off x="0" y="2334987"/>
            <a:ext cx="12192000" cy="2188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Spam-Erkennung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BC5834-E831-E438-ECCA-B94915139C3E}"/>
              </a:ext>
            </a:extLst>
          </p:cNvPr>
          <p:cNvSpPr txBox="1">
            <a:spLocks/>
          </p:cNvSpPr>
          <p:nvPr/>
        </p:nvSpPr>
        <p:spPr>
          <a:xfrm>
            <a:off x="0" y="4523013"/>
            <a:ext cx="12192000" cy="23349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eAkten-Sortierung</a:t>
            </a:r>
          </a:p>
        </p:txBody>
      </p:sp>
    </p:spTree>
    <p:extLst>
      <p:ext uri="{BB962C8B-B14F-4D97-AF65-F5344CB8AC3E}">
        <p14:creationId xmlns:p14="http://schemas.microsoft.com/office/powerpoint/2010/main" val="2194412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1F277-E324-AB63-58CA-0F495E14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AF025-0DF6-1DC4-E684-46498E10D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2334986"/>
          </a:xfrm>
        </p:spPr>
        <p:txBody>
          <a:bodyPr anchor="ctr">
            <a:normAutofit/>
          </a:bodyPr>
          <a:lstStyle/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Optimierung von Krankenhauslogistik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EA7B6B4-71C6-7B42-CD34-30C02626D1E7}"/>
              </a:ext>
            </a:extLst>
          </p:cNvPr>
          <p:cNvSpPr txBox="1">
            <a:spLocks/>
          </p:cNvSpPr>
          <p:nvPr/>
        </p:nvSpPr>
        <p:spPr>
          <a:xfrm>
            <a:off x="0" y="2334987"/>
            <a:ext cx="12192000" cy="2188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Telefonhotline-Bots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723FF37-8F62-A000-B37D-8950A9CBB6F2}"/>
              </a:ext>
            </a:extLst>
          </p:cNvPr>
          <p:cNvSpPr txBox="1">
            <a:spLocks/>
          </p:cNvSpPr>
          <p:nvPr/>
        </p:nvSpPr>
        <p:spPr>
          <a:xfrm>
            <a:off x="0" y="4523013"/>
            <a:ext cx="12192000" cy="23349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sz="7000" b="1" dirty="0">
                <a:latin typeface="Fira Sans" panose="020B0503050000020004" pitchFamily="34" charset="0"/>
                <a:ea typeface="Fira Sans" panose="020B0503050000020004" pitchFamily="34" charset="0"/>
              </a:rPr>
              <a:t>Geldwäsche-Screening in Finanztransaktionen</a:t>
            </a:r>
          </a:p>
        </p:txBody>
      </p:sp>
    </p:spTree>
    <p:extLst>
      <p:ext uri="{BB962C8B-B14F-4D97-AF65-F5344CB8AC3E}">
        <p14:creationId xmlns:p14="http://schemas.microsoft.com/office/powerpoint/2010/main" val="1739137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64</Words>
  <Application>Microsoft Macintosh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Fira Sans</vt:lpstr>
      <vt:lpstr>Office Theme</vt:lpstr>
      <vt:lpstr>Bürgerkriegsvorhersage</vt:lpstr>
      <vt:lpstr>Moderation von Misinformation auf Social Media</vt:lpstr>
      <vt:lpstr>Betrugserkennung in Tests</vt:lpstr>
      <vt:lpstr>Wettervorhersage</vt:lpstr>
      <vt:lpstr>Plagiatserkennung</vt:lpstr>
      <vt:lpstr>Social-Media-Algorithmen</vt:lpstr>
      <vt:lpstr>Textklassifikation nach Thema</vt:lpstr>
      <vt:lpstr>Optimierung von Krankenhauslogistik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Munzert</dc:creator>
  <cp:lastModifiedBy>Simon Munzert</cp:lastModifiedBy>
  <cp:revision>3</cp:revision>
  <dcterms:created xsi:type="dcterms:W3CDTF">2024-10-12T10:48:39Z</dcterms:created>
  <dcterms:modified xsi:type="dcterms:W3CDTF">2026-10-19T14:02:41Z</dcterms:modified>
</cp:coreProperties>
</file>